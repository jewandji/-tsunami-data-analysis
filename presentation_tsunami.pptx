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Tsunamis confirmés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JAPAN</c:v>
                  </c:pt>
                  <c:pt idx="1">
                    <c:v>INDONESIA</c:v>
                  </c:pt>
                  <c:pt idx="2">
                    <c:v>USA</c:v>
                  </c:pt>
                  <c:pt idx="3">
                    <c:v>CHILE</c:v>
                  </c:pt>
                  <c:pt idx="4">
                    <c:v>PERU</c:v>
                  </c:pt>
                  <c:pt idx="5">
                    <c:v>RUSSIA</c:v>
                  </c:pt>
                  <c:pt idx="6">
                    <c:v>GREECE</c:v>
                  </c:pt>
                  <c:pt idx="7">
                    <c:v>ITALY</c:v>
                  </c:pt>
                  <c:pt idx="8">
                    <c:v>SOLOMON IS.</c:v>
                  </c:pt>
                  <c:pt idx="9">
                    <c:v>PHILIPPINES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215</c:v>
                </c:pt>
                <c:pt idx="1">
                  <c:v>105</c:v>
                </c:pt>
                <c:pt idx="2">
                  <c:v>82</c:v>
                </c:pt>
                <c:pt idx="3">
                  <c:v>72</c:v>
                </c:pt>
                <c:pt idx="4">
                  <c:v>60</c:v>
                </c:pt>
                <c:pt idx="5">
                  <c:v>57</c:v>
                </c:pt>
                <c:pt idx="6">
                  <c:v>52</c:v>
                </c:pt>
                <c:pt idx="7">
                  <c:v>48</c:v>
                </c:pt>
                <c:pt idx="8">
                  <c:v>41</c:v>
                </c:pt>
                <c:pt idx="9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6EA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Tsunamis / décennie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1800</c:v>
                  </c:pt>
                  <c:pt idx="1">
                    <c:v>1820</c:v>
                  </c:pt>
                  <c:pt idx="2">
                    <c:v>1840</c:v>
                  </c:pt>
                  <c:pt idx="3">
                    <c:v>1860</c:v>
                  </c:pt>
                  <c:pt idx="4">
                    <c:v>1880</c:v>
                  </c:pt>
                  <c:pt idx="5">
                    <c:v>1900</c:v>
                  </c:pt>
                  <c:pt idx="6">
                    <c:v>1920</c:v>
                  </c:pt>
                  <c:pt idx="7">
                    <c:v>1940</c:v>
                  </c:pt>
                  <c:pt idx="8">
                    <c:v>1960</c:v>
                  </c:pt>
                  <c:pt idx="9">
                    <c:v>1980</c:v>
                  </c:pt>
                  <c:pt idx="10">
                    <c:v>2000</c:v>
                  </c:pt>
                  <c:pt idx="11">
                    <c:v>2010</c:v>
                  </c:pt>
                  <c:pt idx="12">
                    <c:v>2020*</c:v>
                  </c:pt>
                  <c:pt idx="13">
                    <c:v>2030*</c:v>
                  </c:pt>
                  <c:pt idx="14">
                    <c:v>2040*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18</c:v>
                </c:pt>
                <c:pt idx="7">
                  <c:v>22</c:v>
                </c:pt>
                <c:pt idx="8">
                  <c:v>35</c:v>
                </c:pt>
                <c:pt idx="9">
                  <c:v>48</c:v>
                </c:pt>
                <c:pt idx="10">
                  <c:v>62</c:v>
                </c:pt>
                <c:pt idx="11">
                  <c:v>58</c:v>
                </c:pt>
                <c:pt idx="12">
                  <c:v>71</c:v>
                </c:pt>
                <c:pt idx="13">
                  <c:v>79</c:v>
                </c:pt>
                <c:pt idx="14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A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le projet : on analyse un dataset historique de tsunamis avec le processus KDD. Présenter les membres. Durée de cette slide : 30 secondes.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rapidement le plan. 7 parties en 5 minutes, donc aller à l'essentiel.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3 dimensions du dataset. Insister sur le fait que c'est un vrai dataset historique avec des données depuis l'Antiquité.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colonnes les plus importantes et les valeurs manquantes. La magnitude et les dégâts ont beaucoup de missing — expliquer pourquoi.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méthode groupby. Le Japon est très loin devant. Rappeler qu'on filtre sur 'Definite Tsunami' pour fiabiliser les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brièvement ce qu'est une règle d'association. Support = fréquence, Confiance = fiabilité, Lift = force de l'association. Donner l'exemple de règle et son interprétation.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fait que la hausse depuis 1900 peut s'expliquer par DEUX raisons : augmentation réelle ET amélioration des systèmes de détection. Il faut interpréter avec prudence.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rapidement la carte Folium du notebook pendant la démo. Expliquer que les clusters correspondent aux zones de subduction tectonique connues.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le dashboard en live pendant la démo. Expliquer la commande pour le lancer. Montrer l'export HTML/PDF comme preuve de fonctionnement.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30 secondes. Résumer les 4 indicateurs. Ouvrir sur les questions — tous les membres doivent connaître le projet en détail.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474720"/>
            <a:ext cx="1097280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10058400" cy="2743200"/>
          </a:xfrm>
          <a:prstGeom prst="ellipse">
            <a:avLst/>
          </a:prstGeom>
          <a:solidFill>
            <a:srgbClr val="21295C">
              <a:alpha val="40000"/>
            </a:srgbClr>
          </a:solidFill>
          <a:ln w="12700">
            <a:solidFill>
              <a:srgbClr val="21295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Tsunamis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Discovery in Databases (KDD)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NOAA — 2 259 événements  |  330 av. J-C → 2020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438912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587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 NOM (resp.) · Prénom NOM · Prénom NOM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MACSIN4A2225 | Hugo ALATRISTA-SALAS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D3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0700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5568" y="1115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435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&amp; dimensions multidimensionnelles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6712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0756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3957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données, statistiques descriptives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2724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" y="30358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33558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Groupement — Top pays touchés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39959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3159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Mining — Règles d'association (Apriori)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51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120700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4688" y="1115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14356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 — Évolution &amp; prévision par décennie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0116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216712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20756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04688" y="23957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— Clustering DBSCAN &amp; carte mondiale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9718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312724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04688" y="30358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Demo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04688" y="33558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 — Visualisation interactive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 Historical Data — NOAA / Kaggle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2 259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tsunamigènes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d'attributs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280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 av. J-C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2020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multidimensionnel 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Temporelle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20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DAY, HOUR, MINUTE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l'événement s'est produit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Spatiale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520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LONGITUDE, COUNTRY, REGION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l'événement s'est produit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52044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CAUSE, EQ_MAGNITUDE, DEATHS, DAMAGE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de l'événement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Données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18872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 clé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manquant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Plage / Valeurs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-330 à 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à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 à 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-179 à 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Earthquake, Volcano, Landslide...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EQ_MAGNITUDE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à 9.5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DAMAGE_TOTAL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à 300 000 (milliers 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DEATHS_TOTAL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à 227 898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43891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Les données avant 1800 présentent plus de valeurs manquantes — normal pour des données historiques, justifié dans le notebook.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1 — Groupement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des pays les plus touchés par des tsunamis confirmés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097280"/>
            <a:ext cx="22860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20840" y="1627632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 Japon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— ceinture de feu du Pacifique
</a:t>
            </a:r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Pacifique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Concentre la majorité des événements
</a:t>
            </a:r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groupby('COUNTRY')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.size()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.sort_values()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.head(10)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2 — Frequent Pattern Mining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d'association — Algorithme Apriori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(cause × région × dégâts)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95728" y="155448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0972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097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(Apriori)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55448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0972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d'association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50608" y="155448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0972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0972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(scatter lift)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utilisés 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14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minimum : 0.05 (5% des transactions)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minimum : 0.40 (40% de fiabilité)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règles par lift (&gt; 1 = association non-aléatoire)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règle trouvée 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65176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51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 + Pacific  →  Damage Extreme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: 0.08  |  Confiance : 0.71  |  </a:t>
            </a:r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: 2.3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7673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séisme en zone Pacifique produit des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dégâts extrêmes 2.3x plus souvent que le hasard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3 — Analyse Temporelle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par décennie &amp; prévision (depuis 1800)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943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097280"/>
            <a:ext cx="22860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20840" y="1572768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Filtrage :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Tsunamis confirmés
≥ 1800
</a:t>
            </a:r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Groupement :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// 10 * 10
(décennie)
</a:t>
            </a:r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Prévision :
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
polynomiale
(degré 2)
</a:t>
            </a:r>
            <a:pPr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Barres orange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prévision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4 — Analyse Spatiale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DBSCAN — Identification des zones à risque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DBSCAN 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 besoin de définir le nombre de clusters à l'avance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Détecte les points isolés (bruit = événements rares)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Adapté aux données géographiques irrégulières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5.0° (~500 km de rayon de voisinage)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= 5 événements minimum par cluster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: distance euclidienne (lat/lon)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Principaux clusters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83480" y="1664208"/>
            <a:ext cx="320040" cy="3200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76672" y="16642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16642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Japan, Russia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0" y="16642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~220 events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2258568"/>
            <a:ext cx="320040" cy="3200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22585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20840" y="22585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Indonesia, Philippines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2585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events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83480" y="2852928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6672" y="28529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2852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Chile, Peru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28529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 events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83480" y="3447288"/>
            <a:ext cx="320040" cy="3200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3447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3447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(Pacific coast)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34472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events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4041648"/>
            <a:ext cx="320040" cy="320040"/>
          </a:xfrm>
          <a:prstGeom prst="ellipse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6672" y="40416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20840" y="40416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isolés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041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points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Carte interactive disponible dans le notebook (Folium)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Python Dash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interactive des 4 indicateurs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3444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1 — Groupement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048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Top pays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3444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325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92040" y="2121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2 — Pattern Mining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4048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Causes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97180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63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3 — Temporel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1422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Par décennie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97180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92040" y="3858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Ind. 4 — Spatial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1422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geo — Carte monde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dash plotly pandas  |  python dashboard.py  |  → http://localhost:8050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A8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109728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Dataset NOAA exploré et nettoyé — 2 259 tsunamis historiques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Ind. 1 : Le Japon est le pays le plus touché (215 tsunamis confirmés)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231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Ind. 2 : Séisme + Pacifique → Dégâts extrêmes (lift 2.3)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Ind. 3 : Fréquence en hausse depuis 1900, prévision par régression polynomiale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61188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Ind. 4 : 4 clusters principaux identifiés par DBSCAN (ceinture de feu)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512064"/>
          </a:xfrm>
          <a:prstGeom prst="roundRect">
            <a:avLst>
              <a:gd name="adj" fmla="val 1071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0624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Dashboard Python Dash interactif — 4 graphiques Plotly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— Questions 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B3D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Tsunamis Historiques</dc:title>
  <dc:subject>PptxGenJS Presentation</dc:subject>
  <dc:creator>Equipe MACSIN4A2225</dc:creator>
  <cp:lastModifiedBy>Equipe MACSIN4A2225</cp:lastModifiedBy>
  <cp:revision>1</cp:revision>
  <dcterms:created xsi:type="dcterms:W3CDTF">2026-06-16T18:48:08Z</dcterms:created>
  <dcterms:modified xsi:type="dcterms:W3CDTF">2026-06-16T18:48:08Z</dcterms:modified>
</cp:coreProperties>
</file>